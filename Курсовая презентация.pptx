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71" r:id="rId3"/>
    <p:sldId id="272" r:id="rId4"/>
    <p:sldId id="274" r:id="rId5"/>
    <p:sldId id="258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>
        <p:scale>
          <a:sx n="100" d="100"/>
          <a:sy n="100" d="100"/>
        </p:scale>
        <p:origin x="1152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A9A39-EB90-4A08-9C4A-0F65CBA48B72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2424-59AB-4559-8B26-0365FF4DE045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343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A9A39-EB90-4A08-9C4A-0F65CBA48B72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2424-59AB-4559-8B26-0365FF4DE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119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A9A39-EB90-4A08-9C4A-0F65CBA48B72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2424-59AB-4559-8B26-0365FF4DE045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612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A9A39-EB90-4A08-9C4A-0F65CBA48B72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2424-59AB-4559-8B26-0365FF4DE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795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A9A39-EB90-4A08-9C4A-0F65CBA48B72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2424-59AB-4559-8B26-0365FF4DE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29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A9A39-EB90-4A08-9C4A-0F65CBA48B72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2424-59AB-4559-8B26-0365FF4DE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11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A9A39-EB90-4A08-9C4A-0F65CBA48B72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2424-59AB-4559-8B26-0365FF4DE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68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14A9A39-EB90-4A08-9C4A-0F65CBA48B72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F752424-59AB-4559-8B26-0365FF4DE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015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A9A39-EB90-4A08-9C4A-0F65CBA48B72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2424-59AB-4559-8B26-0365FF4DE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824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A9A39-EB90-4A08-9C4A-0F65CBA48B72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2424-59AB-4559-8B26-0365FF4DE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89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A9A39-EB90-4A08-9C4A-0F65CBA48B72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2424-59AB-4559-8B26-0365FF4DE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54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14A9A39-EB90-4A08-9C4A-0F65CBA48B72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F752424-59AB-4559-8B26-0365FF4DE045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167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00051" y="526990"/>
            <a:ext cx="10058400" cy="3566160"/>
          </a:xfrm>
        </p:spPr>
        <p:txBody>
          <a:bodyPr/>
          <a:lstStyle/>
          <a:p>
            <a:r>
              <a:rPr lang="ru-RU" dirty="0"/>
              <a:t>Курсовая работа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00051" y="4605891"/>
            <a:ext cx="10058400" cy="11430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0000"/>
                </a:solidFill>
                <a:effectLst/>
                <a:latin typeface="+mn-lt"/>
                <a:ea typeface="Arial Unicode MS"/>
              </a:rPr>
              <a:t>Предварительный анализ данных и построение признаков в задачах машинного перевода</a:t>
            </a:r>
            <a:endParaRPr lang="ru-RU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748891"/>
            <a:ext cx="207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Данилин А.А</a:t>
            </a:r>
            <a:br>
              <a:rPr lang="ru-RU" dirty="0"/>
            </a:br>
            <a:r>
              <a:rPr lang="ru-RU" dirty="0"/>
              <a:t>ПИ19-3</a:t>
            </a:r>
          </a:p>
        </p:txBody>
      </p:sp>
    </p:spTree>
    <p:extLst>
      <p:ext uri="{BB962C8B-B14F-4D97-AF65-F5344CB8AC3E}">
        <p14:creationId xmlns:p14="http://schemas.microsoft.com/office/powerpoint/2010/main" val="2930147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автоматизации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AAE11EB-1555-40EB-A0F7-E7B96C823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Lost in Google Translation: как менялся машинный перевод за последние 80  лет — Skyeng Magazine">
            <a:extLst>
              <a:ext uri="{FF2B5EF4-FFF2-40B4-BE49-F238E27FC236}">
                <a16:creationId xmlns:a16="http://schemas.microsoft.com/office/drawing/2014/main" id="{371823D7-2F99-F02A-4548-FFA6D24B0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529" y="1749825"/>
            <a:ext cx="7193902" cy="421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457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понятия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51A500E-6725-30E4-C0CE-00BE12871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6371" y="1854612"/>
            <a:ext cx="10058400" cy="402336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Машинный перевод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Построение признаков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/>
              <a:t>Методы </a:t>
            </a:r>
            <a:r>
              <a:rPr lang="ru-RU" dirty="0" err="1"/>
              <a:t>токенизации</a:t>
            </a:r>
            <a:endParaRPr lang="ru-RU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Числовое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One- hot encoding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Встраивание</a:t>
            </a:r>
          </a:p>
        </p:txBody>
      </p:sp>
    </p:spTree>
    <p:extLst>
      <p:ext uri="{BB962C8B-B14F-4D97-AF65-F5344CB8AC3E}">
        <p14:creationId xmlns:p14="http://schemas.microsoft.com/office/powerpoint/2010/main" val="3227496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A3D019-2D84-84F0-686D-A1A66CBA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качества</a:t>
            </a:r>
          </a:p>
        </p:txBody>
      </p:sp>
      <p:pic>
        <p:nvPicPr>
          <p:cNvPr id="4" name="officeArt object" descr="Рисунок 23">
            <a:extLst>
              <a:ext uri="{FF2B5EF4-FFF2-40B4-BE49-F238E27FC236}">
                <a16:creationId xmlns:a16="http://schemas.microsoft.com/office/drawing/2014/main" id="{0EB9E84A-D3AE-1B76-6C97-2C4B8BA9FB0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 l="38078" t="42796" r="31625" b="51854"/>
          <a:stretch>
            <a:fillRect/>
          </a:stretch>
        </p:blipFill>
        <p:spPr>
          <a:xfrm>
            <a:off x="1097280" y="1806914"/>
            <a:ext cx="5540715" cy="55035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5" name="officeArt object" descr="Рисунок 24">
            <a:extLst>
              <a:ext uri="{FF2B5EF4-FFF2-40B4-BE49-F238E27FC236}">
                <a16:creationId xmlns:a16="http://schemas.microsoft.com/office/drawing/2014/main" id="{EC156026-3D3F-20B8-C7AC-9C8A1374338F}"/>
              </a:ext>
            </a:extLst>
          </p:cNvPr>
          <p:cNvPicPr/>
          <p:nvPr/>
        </p:nvPicPr>
        <p:blipFill>
          <a:blip r:embed="rId2"/>
          <a:srcRect l="44200" t="57554" r="33387" b="37095"/>
          <a:stretch>
            <a:fillRect/>
          </a:stretch>
        </p:blipFill>
        <p:spPr>
          <a:xfrm>
            <a:off x="1097280" y="2426822"/>
            <a:ext cx="3581400" cy="48069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6" name="officeArt object" descr="Рисунок 25">
            <a:extLst>
              <a:ext uri="{FF2B5EF4-FFF2-40B4-BE49-F238E27FC236}">
                <a16:creationId xmlns:a16="http://schemas.microsoft.com/office/drawing/2014/main" id="{1CBAF0C1-ABC3-34DE-1CB9-E15B09959C94}"/>
              </a:ext>
            </a:extLst>
          </p:cNvPr>
          <p:cNvPicPr/>
          <p:nvPr/>
        </p:nvPicPr>
        <p:blipFill>
          <a:blip r:embed="rId2"/>
          <a:srcRect l="43889" t="68069" r="36294" b="26949"/>
          <a:stretch>
            <a:fillRect/>
          </a:stretch>
        </p:blipFill>
        <p:spPr>
          <a:xfrm>
            <a:off x="1097280" y="2977071"/>
            <a:ext cx="3548380" cy="501650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7" name="officeArt object" descr="Рисунок 26">
            <a:extLst>
              <a:ext uri="{FF2B5EF4-FFF2-40B4-BE49-F238E27FC236}">
                <a16:creationId xmlns:a16="http://schemas.microsoft.com/office/drawing/2014/main" id="{37227493-49EC-AE44-3D42-E2F35B3AA4DD}"/>
              </a:ext>
            </a:extLst>
          </p:cNvPr>
          <p:cNvPicPr/>
          <p:nvPr/>
        </p:nvPicPr>
        <p:blipFill>
          <a:blip r:embed="rId2"/>
          <a:srcRect l="44926" t="80981" r="37850" b="14406"/>
          <a:stretch>
            <a:fillRect/>
          </a:stretch>
        </p:blipFill>
        <p:spPr>
          <a:xfrm>
            <a:off x="1097280" y="3548275"/>
            <a:ext cx="3618865" cy="544830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3601196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Разработка проекта</a:t>
            </a:r>
          </a:p>
        </p:txBody>
      </p:sp>
      <p:pic>
        <p:nvPicPr>
          <p:cNvPr id="2050" name="Picture 2" descr="Что такое Python и для чего нужен этот язык | Макхост">
            <a:extLst>
              <a:ext uri="{FF2B5EF4-FFF2-40B4-BE49-F238E27FC236}">
                <a16:creationId xmlns:a16="http://schemas.microsoft.com/office/drawing/2014/main" id="{00D21A9F-FDFB-075E-6492-0E6F5AB7D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666" y="2208414"/>
            <a:ext cx="8228667" cy="2441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8586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Разработка сети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499191-89F9-BC09-381A-97801B72C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 descr="Как начать работу с Keras (Deep Learning и Python)">
            <a:extLst>
              <a:ext uri="{FF2B5EF4-FFF2-40B4-BE49-F238E27FC236}">
                <a16:creationId xmlns:a16="http://schemas.microsoft.com/office/drawing/2014/main" id="{815CADAA-84BB-9BF8-DDBB-3C84EA3DF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39" y="1845734"/>
            <a:ext cx="7068522" cy="3348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73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Токенизация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ADD0BC3-6C70-7B42-3F4C-F21E6A6D0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297ABE81-864D-CEA7-382B-1CB1AA3EF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490" y="1901296"/>
            <a:ext cx="5935980" cy="391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9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3D2BE80-CA4D-3350-5D8F-E613E2725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Рекуррентная нейронная сеть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Рекуррентная нейронная сеть с вложениями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Двунаправленная</a:t>
            </a:r>
          </a:p>
        </p:txBody>
      </p:sp>
    </p:spTree>
    <p:extLst>
      <p:ext uri="{BB962C8B-B14F-4D97-AF65-F5344CB8AC3E}">
        <p14:creationId xmlns:p14="http://schemas.microsoft.com/office/powerpoint/2010/main" val="3661490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Рекуррентная нейронная сеть</a:t>
            </a:r>
          </a:p>
        </p:txBody>
      </p:sp>
      <p:pic>
        <p:nvPicPr>
          <p:cNvPr id="6" name="officeArt object" descr="Рисунок 9">
            <a:extLst>
              <a:ext uri="{FF2B5EF4-FFF2-40B4-BE49-F238E27FC236}">
                <a16:creationId xmlns:a16="http://schemas.microsoft.com/office/drawing/2014/main" id="{61DF683E-2DB9-CB9A-59A3-69CCF937EBB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5888" y="1846263"/>
            <a:ext cx="7900549" cy="40227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2430491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Рекуррентная нейронная сеть с вложениями</a:t>
            </a:r>
          </a:p>
        </p:txBody>
      </p:sp>
      <p:pic>
        <p:nvPicPr>
          <p:cNvPr id="7" name="officeArt object" descr="Рисунок 12">
            <a:extLst>
              <a:ext uri="{FF2B5EF4-FFF2-40B4-BE49-F238E27FC236}">
                <a16:creationId xmlns:a16="http://schemas.microsoft.com/office/drawing/2014/main" id="{89F548CF-2DAD-1D2F-9508-AAE436EAE2C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1596" y="1846263"/>
            <a:ext cx="6029133" cy="40227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296131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Двунаправленная</a:t>
            </a:r>
          </a:p>
        </p:txBody>
      </p:sp>
      <p:pic>
        <p:nvPicPr>
          <p:cNvPr id="7" name="officeArt object" descr="Рисунок 15">
            <a:extLst>
              <a:ext uri="{FF2B5EF4-FFF2-40B4-BE49-F238E27FC236}">
                <a16:creationId xmlns:a16="http://schemas.microsoft.com/office/drawing/2014/main" id="{566FBA90-8EF2-99F6-B013-A08F4F4CBFE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8889" y="1846263"/>
            <a:ext cx="7154547" cy="40227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extLst>
      <p:ext uri="{BB962C8B-B14F-4D97-AF65-F5344CB8AC3E}">
        <p14:creationId xmlns:p14="http://schemas.microsoft.com/office/powerpoint/2010/main" val="1173215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Финальное сравнение моделей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FF0C7643-0F28-C9E0-8860-C104D423F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0081" y="1846263"/>
            <a:ext cx="4332164" cy="4022725"/>
          </a:xfrm>
        </p:spPr>
      </p:pic>
    </p:spTree>
    <p:extLst>
      <p:ext uri="{BB962C8B-B14F-4D97-AF65-F5344CB8AC3E}">
        <p14:creationId xmlns:p14="http://schemas.microsoft.com/office/powerpoint/2010/main" val="943925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193755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170</TotalTime>
  <Words>65</Words>
  <Application>Microsoft Office PowerPoint</Application>
  <PresentationFormat>Широкоэкранный</PresentationFormat>
  <Paragraphs>24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Ретро</vt:lpstr>
      <vt:lpstr>Курсовая работа</vt:lpstr>
      <vt:lpstr>Актуальность автоматизации</vt:lpstr>
      <vt:lpstr>Основные понятия</vt:lpstr>
      <vt:lpstr>Метрики качества</vt:lpstr>
      <vt:lpstr>Разработка проекта</vt:lpstr>
      <vt:lpstr>Разработка сети</vt:lpstr>
      <vt:lpstr>Токенизация</vt:lpstr>
      <vt:lpstr>Модели</vt:lpstr>
      <vt:lpstr>Рекуррентная нейронная сеть</vt:lpstr>
      <vt:lpstr>Рекуррентная нейронная сеть с вложениями</vt:lpstr>
      <vt:lpstr>Двунаправленная</vt:lpstr>
      <vt:lpstr>Финальное сравнение моделей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Данилин Александр Александрович</dc:creator>
  <cp:lastModifiedBy>Александр Данилин</cp:lastModifiedBy>
  <cp:revision>39</cp:revision>
  <dcterms:created xsi:type="dcterms:W3CDTF">2021-05-10T11:56:05Z</dcterms:created>
  <dcterms:modified xsi:type="dcterms:W3CDTF">2022-05-24T15:31:15Z</dcterms:modified>
</cp:coreProperties>
</file>